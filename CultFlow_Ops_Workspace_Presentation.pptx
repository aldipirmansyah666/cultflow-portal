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SATU PORTAL UNTUK SELURUH OPERASIONAL KURLOG</a:t>
            </a:r>
            <a:br/>
            <a:r>
              <a:t>TRANSFORMASI DIGITAL PENGELOLAAN AGEN, LOGISTIK, KEUANGAN, &amp; REKAP FEE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CultFlow Ops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Pusat kendali operasional harian terpadu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Integrasi data dari hulu ke hilir (Upload, Validasi, Selesai)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Sistem transparan, cepat, dan anti-duplikat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MASALAH LAPANGAN YANG SERING DIHADAPI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Tantangan Operasional Sebelum Adanya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Data Tersebar: File Excel raksasa yang dikelola secara manual dan rawan salah hitung.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Selisih Tak Terlacak: Perbedaan angka antara rekap Excel, slip WhatsApp, dan mutasi bank.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Waktu Terbuang: Pencarian data agen yang lambat dan terbatas di halaman terpisah.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Komunikasi Manual: Proses rekapitulasi dan pengingat agen yang memakan waktu lama.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PETA 5 MODUL UTAMA PORTAL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Arsitektur Ekosistem CultFlow Ops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Dashboard: Pusat kendali statistik instan harian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Manajemen Agen: Data utama &amp; lookup profil loket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Logistik &amp; Resi: Monitoring resi &amp; Reconcile Validator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Otomasi Keuangan &amp; Komunikasi: Bagging &amp; Bailout Generator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Rekap Fee Loket: Pengelolaan fee skala besar berbasis termin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MODUL 1 — OVERVIEW OPERASIONAL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Dashboard: Pusat Kendali Real-Time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Kartu statistik instan: Total Agen, Resi Pending (Belum Follow-Up), &amp; Total Bailout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Informasi operasional harian &amp; kontak darurat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Quick Lookup Box untuk pencarian cepat langsung dari halaman utama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MODUL 2 — MANAJEMEN AGEN &amp; NORMALISASI PPID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Data Utama &amp; Lookup Profil 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Master data loket dengan impor Excel berbasis upsert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Pencarian instan berdasarkan PPID atau Nama Loket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Normalisasi string otomatis (tahan terhadap perbedaan spasi, kapital, &amp; tanda hubung)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MODUL 3 — LOGISTIK &amp; VALIDASI RESI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Monitoring Resi &amp; Reconcile Validator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Pelacakan status pengiriman (BELUM_FOLLOWUP hingga selesai) beserta log riwayat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Validasi otomatis prefix resi (EC3, PKH, PE, PJB, dll.) dari file Excel/CSV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Deteksi dini kesalahan format sebelum diserahkan ke KurLog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MODUL 4 — OTOMASI KOMUNIKASI &amp; KEUANGAN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Bagging &amp; Bailout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Bagging Generator: Mengubah rekap Excel menjadi draf pesan WhatsApp per agen (nomor ternormalisasi 62xx)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Bailout Generator: Menyusun laporan talangan dana formal berbahasa Sunda formal dengan hitungan minus otomatis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MODUL 5 — PENGELOLAAN FEE BULANAN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Rekap Fee Loket: Skala Besar &amp; Multi-Termin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Mendukung unggah data masif (&gt;10.000 baris per file)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Pemisahan periode terstruktur ke dalam Termin 1, 2, dan 3 (tidak saling overwrite)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Parser multi-sheet cerdas untuk berbagai format Excel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TEKNOLOGI DI BALIK REKAP FEE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Integritas Data: Upsert Idempoten &amp; Prune Terarah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Upsert Idempoten: Upload ulang file yang sama aman dari duplikasi (berbasis kunci ppid, periode, termin)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Prune Terarah: Pembersihan otomatis modul yatim/lama yang sudah tidak relevan di file terbaru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Verifikasi N/N PPID: Memastikan seluruh baris tuntas masuk ke database tanpa ada yang tertinggal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PENCARIAN CERDAS &amp; SLIP INSTAN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Server-Side Search &amp; Ekspor Slip 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Pencarian cepat server-side tanpa batasan 1.000 baris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Fitur salin teks, unduh format PNG, atau salin gambar langsung dari kartu hasil pencarian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Memudahkan distribusi slip rincian fee agen secara instan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KEAMANAN &amp; ZONA BERBAHAYA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Kontrol Akses, Audit, &amp; Drop All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Hak akses terpisah (ADMIN vs Non-ADMIN untuk aksi sensitif)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Jejak audit transparan melalui riwayat upload &amp; history resi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Zona Berbahaya (Drop All Data): Pembersihan total 4 tabel sekaligus beserta log riwayat untuk kebutuhan re-import bersih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PENUTUP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Kesimpulan &amp; Roadmap Ke Depan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Efisiensi operasional harian: Dari manual menjadi otomatis dan transparan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Roadmap: Integrasi notifikasi WhatsApp otomatis, fitur tutup periode bulanan, &amp; ekspor akuntansi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Terbuka untuk masukan format file dari rekan-rekan lapangan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